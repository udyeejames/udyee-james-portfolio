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6" r:id="rId18"/>
    <p:sldId id="278" r:id="rId19"/>
    <p:sldId id="280" r:id="rId20"/>
    <p:sldId id="277" r:id="rId21"/>
    <p:sldId id="279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DE546-048C-4540-9277-E10972636F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F125C-EF50-410F-BCD1-F73AA9EA9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2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F125C-EF50-410F-BCD1-F73AA9EA93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0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FC56-483E-2471-1020-AD1CC44AF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9C13D-8D26-4C95-6ED3-DEB70C631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EE07F-3B07-924F-4FB9-8A4EDFAB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50ED2-304D-9457-30A0-83A94512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63DF5-AF29-EB49-231B-7B65FCF8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8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3EB7-DAE8-E3FF-8685-B2536178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470B1-1EAE-8E4B-6D97-3B019572B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F263-BD23-6DAA-C4C8-B925C3B7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2AE3B-6304-8540-5BBA-3A6308C3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91D8-5A1C-37FC-E8E0-31A65FD4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2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9FA1-676E-B8DD-4BA4-AF0CF356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BB7C4-2E71-E1AC-79FB-60B0D436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06508-FAAD-E29C-87C7-7B4C2058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438EE-8BE6-14FE-5F60-0F5760F7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9E030-8A5B-4B41-0EF0-31787138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6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2025-0512-4C8E-0FFD-78C2D6A3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F49B-4781-882E-6BEB-994861217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45CC1-4541-F55E-4489-2B0DCCA58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5AD2C-43C9-5F48-048B-89853692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A03F1-1200-4DA0-C0D4-1DB76301C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45F78-DD2B-9959-AA97-82AFA955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5D26-5D8A-A8F4-B564-D743718B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3BE91-4EF5-8FCC-92FC-C111533B9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9D522-278A-74FB-CCE9-A6E495639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91A7B2-EDB4-B886-5605-F2B773654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D27AD-DE68-3C5C-ECF8-84F55818E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6B3A3-0684-D792-A2E1-3EE74FCA7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FF3DE-9907-8A6B-50B4-33331FA0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28954-D4A4-2B30-DA6D-53BFDB49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2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0E12-8669-E952-B0BC-0F4D4915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F3AA4-AB15-B2E7-83F7-4EF96E4A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74F08-8125-4B3A-B96B-725E91B5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2404B-1B69-4FEA-E99C-225F5BB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3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15EFA0-DE44-1D28-D8B3-724111ED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D0BD6-A42A-0301-947B-1FE5542C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5A6C1-CDEA-4EAD-C912-55F93C19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0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8E1E4-A0CA-66BA-F1DE-DC6BAE59A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29BD2-2FBC-532B-2E89-C1236EAA0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41E68-507A-946E-D035-B47619CA2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588A7-C57E-40B1-8732-09FFFEE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1A97E-4AA0-1867-6754-9AD5D11E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0B386-066F-E3D8-97BA-057884FD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61D0-2E10-98AB-FA12-2E2B0464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BB121-6992-1976-4F8D-24C444DAE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286DE-6FC2-2699-0D80-5338EF270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D191F-650F-D42B-A6C1-C251BB3FD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AC28F-B474-9180-CF40-28F9CDFD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492F6-3C7B-45BE-1AA3-6583C2A1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6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4E5-1ECD-A275-BD3F-B7F2F1265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77734-709D-2B96-3841-C89553DB2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80D20-01A6-1462-B07E-93CC0BD7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851C-E93F-B0C3-F74B-256F4057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2EE83-00CE-45A4-953C-0C749441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4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E4447-5681-E380-393C-0F17686CA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59EF3-382D-0F2E-059D-2E480E17B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27CA9-962C-3E43-96F4-AD64479C8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69A4B-7258-061F-59E8-737F5772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A8191-8A15-8178-B86E-A8538CF2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0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52D1C-A336-93B3-14FD-1932D6DC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CBD8D-7046-3AD2-52B0-5BC2E9226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42429-6B10-91C5-6D24-715D1FBC2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410E3-941A-4EA0-BC83-B9695BB0BA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90CB-12F4-B9E8-4C8E-06A23B176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956A5-0DF1-6601-7901-7D5463E90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C74BA-2599-4417-B101-F2F3234A3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7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5134-BEC3-F554-6E88-24918B32F7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Hotel Revenue Insights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F1E06-245B-42E7-1039-889287FB8D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3421063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3600" dirty="0">
              <a:solidFill>
                <a:schemeClr val="accent1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                       Presented 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accent1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                                  Uduak James</a:t>
            </a:r>
          </a:p>
        </p:txBody>
      </p:sp>
    </p:spTree>
    <p:extLst>
      <p:ext uri="{BB962C8B-B14F-4D97-AF65-F5344CB8AC3E}">
        <p14:creationId xmlns:p14="http://schemas.microsoft.com/office/powerpoint/2010/main" val="370256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36E8-1E3E-8DE6-F731-738B0D81F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463" y="188912"/>
            <a:ext cx="8415337" cy="95408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 Report Of Hotel Revenue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8B90DA2-BD2D-E943-FC0C-E939408B61D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8" r="5008"/>
          <a:stretch>
            <a:fillRect/>
          </a:stretch>
        </p:blipFill>
        <p:spPr>
          <a:xfrm>
            <a:off x="8143874" y="-185738"/>
            <a:ext cx="4048126" cy="70437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E2CD-08C9-BEC4-AFFA-A729C9804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6580189" cy="381158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Reporting Period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1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1905 Sales ANALYSIS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66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D222-9B71-86BF-57D7-9022681D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450" y="0"/>
            <a:ext cx="12363450" cy="68103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F127-1942-45B1-A79D-547747AC8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hotel chain operates multiple locations but lacks a clear understanding of booking patterns, revenue performance, and customer behavior.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limits the ability to: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strategies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occupancy rates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cancellations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 segments 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use data analysis to provide actionable insights that improve revenue and operational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402D-5B25-2721-10A4-E70DAA38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74"/>
            <a:ext cx="10515600" cy="100012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67F85-479E-421D-3377-F4CE87A22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413"/>
            <a:ext cx="10515600" cy="5162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hotel booking records across City and Resort hotels.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includes: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(canceled or not)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and segments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indicators (ADR)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 duration details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sources and market segments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and temporal booking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2561069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9A77-E7AB-E3A0-0B33-7C49449F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0"/>
            <a:ext cx="11182350" cy="8429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DATA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3D85D-BB49-5E7F-46FB-9EC471CCF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214438"/>
            <a:ext cx="11182350" cy="49625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Key variables include: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hotel (City Hotel / Resort Hotel)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is canceled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lead-time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arrival date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stays_in_week_nights &amp; weekends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customer_type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market_segment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adr (Average Daily Rate)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country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booking_changes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deposit type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1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AF64-B79A-5624-6BB5-53E653024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2872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4B9E-946C-A8B9-929A-7AC44B94C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cleaned to ensure accuracy and consistency: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country values filled with “Unknown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inconsistent entries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categorical values (hotel type, customer type)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field: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Nights Stayed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types for numerical and categorical fields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3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BF43-765E-358F-1E45-CAADC256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13"/>
            <a:ext cx="10515600" cy="115728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Calculated Fields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59649-F37B-F66B-EE7D-FA92C2C76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calculated fields were created for analysis: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Nights = Week nights + Weekend nights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estimation using ADR × Total Nights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grouping for customer and market segments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943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23A5-CC8C-2D40-7AEF-31CC3859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4299"/>
            <a:ext cx="10515600" cy="12573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BD60F-27AE-35BD-66A8-6EFD15E72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was structured in Power BI for analysis: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cleaned dataset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Ensured proper relationships between fields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 model for efficient filtering and slicing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time-based and segment-based analysis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B244-6431-4949-5C5F-1A44C2BAA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13"/>
            <a:ext cx="10515600" cy="81438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METRICS (KPIs MEASURED)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3A621-65D1-7676-0A88-E801C666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713"/>
            <a:ext cx="10515600" cy="5048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KPIs were analyzed:</a:t>
            </a:r>
          </a:p>
          <a:p>
            <a:pPr marL="0" indent="0">
              <a:buNone/>
            </a:pP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(₦1.19B)</a:t>
            </a:r>
            <a:b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hotel generated a total revenue of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₦1.19 billion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overall financial performance driven by room bookings across both city and resort hotels.</a:t>
            </a:r>
          </a:p>
          <a:p>
            <a:b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Occupancy Rate (5.1)</a:t>
            </a:r>
            <a:b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occupancy rate of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indicates moderate room utilization, suggesting opportunities to improve booking volume and maximize room capacity.</a:t>
            </a:r>
          </a:p>
          <a:p>
            <a:b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 (19.98%)</a:t>
            </a:r>
            <a:b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cancellation rate of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19.98%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that nearly 1 in 5 bookings were canceled, significantly impacting revenue stability and occupancy levels.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85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6012-5869-39DC-0FCA-F70E06BE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5185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METRICS (KPIs MEASURED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C54D-8BFB-D80E-A30E-52A64513C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sz="3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Daily Rate – ADR (₦17K)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daily rate of 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₦17,000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reflects the average revenue earned per room per night, indicating pricing strategy and customer willingness to pay.</a:t>
            </a:r>
          </a:p>
          <a:p>
            <a:b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per Customer Type (183)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per customer type stands at 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183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how different customer segments contribute differently to overall revenue.</a:t>
            </a:r>
          </a:p>
          <a:p>
            <a:b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Trends Over Time (5K)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trends show an average volume of 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bookings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revealing demand patterns and helping identify peak and off-peak periods.</a:t>
            </a:r>
          </a:p>
          <a:p>
            <a:pPr marL="0" indent="0">
              <a:buNone/>
            </a:pPr>
            <a:b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3B21E-4380-BBB8-8D66-E4C5A9FC3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0F351-EE7D-3979-6656-F09B5C572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3" y="2049462"/>
            <a:ext cx="3935412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8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4EE9-A41E-C964-E7C8-FDEB2F75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1"/>
            <a:ext cx="12063412" cy="10287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CB31-2A99-6EC1-DCCE-1448DBE7B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248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followed these steps: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in Excel 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in Power BI 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calculations for KPIs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trends and patterns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between hotel types and customer segments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408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60AE-8C79-44FC-17CA-80EA93A0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REVENUE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5878F-1D0E-D862-B0FD-AE89E1D7A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563"/>
            <a:ext cx="10515600" cy="5105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8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was analyzed across hotel types, customer segments, and market segments to identify top contributors.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Hotel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generated the highest revenue of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₦603,981,997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slightly outperforming Resort Hotel (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₦582,155,316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customers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contributed the most revenue at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₦405,265,494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the most valuable customer segment. 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market segments,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 bookings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generated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₦299,978,848.68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revenue contribution from business clients. 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revenue is largely driven by City Hotels, Transient customers, and Corporate market segment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48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3B7D-0062-6BB5-8773-C53ECBD3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0"/>
            <a:ext cx="12020550" cy="100012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OCCUPANCY &amp; BOOKING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2CDE1-5F6D-716F-5A4D-6A670720D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0"/>
            <a:ext cx="10515600" cy="5800725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overall occupancy rate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moderate room utilization, with higher rates during peak seasons and lower during off-peak periods.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Hotels have higher occupancy compared to Resort Hotels, indicating stronger demand in urban areas.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average of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bookings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observed, with peaks during holidays and special events.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customers had the highest booking frequency, while corporate bookings remained steady throughout the year.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Revenue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₦1,083,649,681.76 .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Revenue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₦102,489,632.65 billion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5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86F6-F6EF-B749-1AA6-7F7AC0BF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58650" cy="68103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CANCELLATION &amp; BOOKING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8930-8564-917D-A135-BDAC93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4389"/>
            <a:ext cx="12058650" cy="5857874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Bookings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There were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bookings, with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4,999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completed. 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cancellation rate is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19.98%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impacting occupancy and revenue.</a:t>
            </a:r>
          </a:p>
          <a:p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 Time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lead time is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915,062 Naira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Longer lead times increase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cancellations. </a:t>
            </a:r>
          </a:p>
          <a:p>
            <a:pPr marL="0" indent="0">
              <a:buNone/>
            </a:pPr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 Type Analysis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Deposit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3,456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bookings, typically associated with higher cancellation rates. 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Non-Refundable Deposit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496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bookings, often leading to more stable bookings. </a:t>
            </a:r>
          </a:p>
          <a:p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Refundable Deposit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1,408</a:t>
            </a: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bookings, showing a moderate level of booking stability. </a:t>
            </a:r>
          </a:p>
          <a:p>
            <a:pPr marL="0" indent="0">
              <a:buNone/>
            </a:pPr>
            <a:br>
              <a:rPr lang="en-US" sz="9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9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6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C31A-8298-61E2-0350-A87D6615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74" y="217714"/>
            <a:ext cx="4483326" cy="155665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CUSTOMER BEHAVIOR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2971-875A-FD2B-0857-86B01FEA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15,315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guests,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727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repeat guests, indicating a small proportion of returning customers.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lead time before booking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915,062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longer lead times generally increasing cancellation rates.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stay patterns show a total of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2,038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weeknight,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5,013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weekend nights stayed by guests.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type contributions to revenue are as follows: Contract customers generated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₦392,860,837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Group customers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₦388,010,982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Transient customers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₦405,265,494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D4CAF-1F30-61F4-9B82-51ECBEC70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5773C-13D8-0E95-93C2-34D9C9F54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37658"/>
            <a:ext cx="4038600" cy="393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3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6CC7-9385-0A7E-53C7-5000BDFA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0"/>
            <a:ext cx="10653712" cy="94297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HOTEL TYPE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BD8A2-4F82-573B-38B9-FAFF2618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976"/>
            <a:ext cx="10515600" cy="523398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City Hotels generated higher revenue compared to Resort Hotels, indicating stronger financial performance in urban areas.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Occupancy Rate Variations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City Hotels generally had higher occupancy rates, reflecting stronger demand and consistent booking patterns.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Performance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Both hotel types showed seasonal trends, but City Hotels had more consistent occupancy throughout the year.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431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432E-4E23-84AE-963C-18BDB0E4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441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MARKET SEGMENT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F0AFDA-A5B4-2D2A-F100-9718D68C2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06171"/>
            <a:ext cx="10515600" cy="5590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 Bookings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Steady revenue from customers booking directly with the hotel.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Corporate Clients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Consistent revenue from business clients and corporate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Travel Agencies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Revenue from traditional travel agency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Market Segment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Generated a total revenue of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₦292,011,170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Agents Market Segment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Contributed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₦298,590,913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total revenue. </a:t>
            </a:r>
          </a:p>
          <a:p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identify the most profitable booking channels, distinguishing between Online bookings and Travel Agent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21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9CAF-E884-F268-0CC7-81DC352B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CUSTOMER RETENTION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E4F4-EDA1-FA07-9A91-AB857D287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Stricter Deposit Rules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Make deposit policies stricter to reduce the number of cancellations.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Offer special benefits to encourage customers to come back and book again.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Long-Stay Focus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Attract customers who want to stay longer, as they provide more stable income.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Booking Experience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Make it easier and more pleasant for customers to book directly with the hotel.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7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EFED-8B4A-7F69-B0C7-0E66D583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SEASONALITY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963FBF-201C-9419-4E64-802A2CA2B2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January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hotel generated a total revenue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₦1,083,649,681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indicates high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demand during this month.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December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hotel generated a total revenue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₦182,489,632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suggests strong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during the holiday season.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 demand is seen in January, indicating a peak period,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December also shows strong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revenue, likely due to holiday bookings. </a:t>
            </a:r>
          </a:p>
        </p:txBody>
      </p:sp>
    </p:spTree>
    <p:extLst>
      <p:ext uri="{BB962C8B-B14F-4D97-AF65-F5344CB8AC3E}">
        <p14:creationId xmlns:p14="http://schemas.microsoft.com/office/powerpoint/2010/main" val="2723979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71D5-2514-CBAC-C91B-FD86A032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0"/>
            <a:ext cx="11872913" cy="128587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RECOMMENDATIONS [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PRICING &amp; REVENUE)</a:t>
            </a:r>
            <a:b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US" sz="4000" dirty="0">
              <a:solidFill>
                <a:schemeClr val="accent1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62B523-557D-0D7D-FFB5-9F33486853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10515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 Prices During Busy Times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Change room prices when more people are booking, to make the most money.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 Prices Based on Demand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If more people want to book at a certain time, adjust the price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match that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When It's Quiet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Give discounts during slow times to encourage more people to book rooms.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Valuable Customers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Pay extra attention to customers who spend more money, like business travelers. </a:t>
            </a:r>
          </a:p>
        </p:txBody>
      </p:sp>
    </p:spTree>
    <p:extLst>
      <p:ext uri="{BB962C8B-B14F-4D97-AF65-F5344CB8AC3E}">
        <p14:creationId xmlns:p14="http://schemas.microsoft.com/office/powerpoint/2010/main" val="2489594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F0C2-7E42-72E4-E235-5391CD62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AC6E-4388-B0F7-5417-C7E07ED3D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hotel revenue dashboard provides actionable insights into</a:t>
            </a:r>
            <a:r>
              <a:rPr lang="en-US" dirty="0"/>
              <a:t>: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Performance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Identifies profitable periods and factors affecting earnings.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Helps tailor marketing and improve customer experience by understanding preferences and booking patterns.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Anticipates demand changes to optimize staffing and promotions.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Patterns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Informs pricing and promotions based on reservation timing.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guide decisions to boost profitability, optimize occupancy, and enhance customer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61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2C8EC8C-B432-9806-8572-608B0BE2E3E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52729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1358</Words>
  <Application>Microsoft Office PowerPoint</Application>
  <PresentationFormat>Widescreen</PresentationFormat>
  <Paragraphs>201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Segoe UI Black</vt:lpstr>
      <vt:lpstr>Times New Roman</vt:lpstr>
      <vt:lpstr>Office Theme</vt:lpstr>
      <vt:lpstr>Hotel Revenue Insights Report </vt:lpstr>
      <vt:lpstr>Analysis Report Of Hotel Revenue</vt:lpstr>
      <vt:lpstr>PROBLEM STATEMENT</vt:lpstr>
      <vt:lpstr>DATASET OVERVIEW</vt:lpstr>
      <vt:lpstr>KEY DATA FIELDS</vt:lpstr>
      <vt:lpstr>DATA CLEANING &amp; PREPARATION</vt:lpstr>
      <vt:lpstr>Calculated Fields Creation</vt:lpstr>
      <vt:lpstr>DATA MODELING</vt:lpstr>
      <vt:lpstr>KEY METRICS (KPIs MEASURED)</vt:lpstr>
      <vt:lpstr>KEY METRICS (KPIs MEASURED</vt:lpstr>
      <vt:lpstr>METHODOLOGY &amp; ANALYSIS</vt:lpstr>
      <vt:lpstr>REVENUE ANALYSIS </vt:lpstr>
      <vt:lpstr>OCCUPANCY &amp; BOOKING TRENDS</vt:lpstr>
      <vt:lpstr>CANCELLATION &amp; BOOKING INSIGHTS</vt:lpstr>
      <vt:lpstr>CUSTOMER BEHAVIOR ANALYSIS</vt:lpstr>
      <vt:lpstr>HOTEL TYPE PERFORMANCE</vt:lpstr>
      <vt:lpstr>MARKET SEGMENT ANALYSIS</vt:lpstr>
      <vt:lpstr>CUSTOMER RETENTION RECOMMENDATIONS</vt:lpstr>
      <vt:lpstr>SEASONALITY INSIGHTS</vt:lpstr>
      <vt:lpstr>RECOMMENDATIONS [PRICING &amp; REVENUE)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richardkanu081@gmail.com</dc:creator>
  <cp:lastModifiedBy>richardkanu081@gmail.com</cp:lastModifiedBy>
  <cp:revision>3</cp:revision>
  <dcterms:created xsi:type="dcterms:W3CDTF">2026-05-03T12:58:51Z</dcterms:created>
  <dcterms:modified xsi:type="dcterms:W3CDTF">2026-05-03T21:56:09Z</dcterms:modified>
</cp:coreProperties>
</file>